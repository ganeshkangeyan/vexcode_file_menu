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74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24466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VEXCODE V5 · FILE MENU REGRESSION SUITE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suite works, how a test decides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or fail, and how local file saving is handled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pytest, Page Object Model  ·  live-verified against codev5.vex.com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VEXcode V5 QA regression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12140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pytest, Playwright, and the Page Object Model fit together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48640" cy="548640"/>
          </a:xfrm>
          <a:prstGeom prst="ellipse">
            <a:avLst/>
          </a:prstGeom>
          <a:solidFill>
            <a:srgbClr val="13274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624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native-dialog problem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962656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Save/Open can't be automated directly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11296"/>
            <a:ext cx="548640" cy="548640"/>
          </a:xfrm>
          <a:prstGeom prst="ellipse">
            <a:avLst/>
          </a:prstGeom>
          <a:solidFill>
            <a:srgbClr val="13274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4655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local saving is handled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380390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mock layer that stands in for the OS Save dialog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52544"/>
            <a:ext cx="548640" cy="548640"/>
          </a:xfrm>
          <a:prstGeom prst="ellipse">
            <a:avLst/>
          </a:prstGeom>
          <a:solidFill>
            <a:srgbClr val="132743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52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3068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 vs. fail, concretely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645152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makes a test go green or red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93792"/>
            <a:ext cx="548640" cy="548640"/>
          </a:xfrm>
          <a:prstGeom prst="ellipse">
            <a:avLst/>
          </a:prstGeom>
          <a:solidFill>
            <a:srgbClr val="13274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193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5148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&amp; current results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5486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automated today, and what isn't yet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pytest drives Playwright drives a real browser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layer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2585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8.3.3 + pytest-playwright 0.5.2 -- tests/*.py, one behavior per test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299008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layer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328269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pages/*.py -- locators &amp; actions only; tests stay declarative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401421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430682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1.47.0, Chromium, headed by default (--slowmo 500ms)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0383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8640" y="533095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codev5.vex.com -- the real production app, not a mock UI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78308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0B8A9"/>
          </a:solidFill>
          <a:ln/>
          <a:effectLst>
            <a:outerShdw sx="100000" sy="100000" kx="0" ky="0" algn="bl" rotWithShape="0" blurRad="76200" dist="38100" dir="5400000">
              <a:srgbClr val="0A122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83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tests/test_save_as.py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0" y="2560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89"/>
                </a:solidFill>
              </a:rPr>
              <a:t>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2816352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38100" dir="5400000">
              <a:srgbClr val="0A122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281635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pages/file_menu_page.py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869680" y="35935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89"/>
                </a:solidFill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92240" y="3849624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32743"/>
          </a:solidFill>
          <a:ln/>
          <a:effectLst>
            <a:outerShdw sx="100000" sy="100000" kx="0" ky="0" algn="bl" rotWithShape="0" blurRad="76200" dist="38100" dir="5400000">
              <a:srgbClr val="0A122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8496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(Chromium)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69680" y="46268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7089"/>
                </a:solidFill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92240" y="4882896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0C1A2E"/>
          </a:solidFill>
          <a:ln/>
          <a:effectLst>
            <a:outerShdw sx="100000" sy="100000" kx="0" ky="0" algn="bl" rotWithShape="0" blurRad="76200" dist="38100" dir="5400000">
              <a:srgbClr val="0A122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488289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codev5.vex.com (live app)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and Open both hit a wall no automation tool can cross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Save and File &gt; Open call the browser's real File System Access API: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331720"/>
            <a:ext cx="9601200" cy="731520"/>
          </a:xfrm>
          <a:prstGeom prst="roundRect">
            <a:avLst>
              <a:gd name="adj" fmla="val 10000"/>
            </a:avLst>
          </a:prstGeom>
          <a:solidFill>
            <a:srgbClr val="0C1A2E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3317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window.showSaveFilePicker()   /   window.showOpenFilePicker()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34015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call opens a real OS-level window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3721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page element -- an actual Windows Save-As dialog outside the browser's DOM.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3159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CDP hook reaches it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46360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(and every other browser-automation tool) can only drive the page -- there's no hook into native OS windows.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52303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alone, the test just hangs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55504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sits waiting forever for a human to type a filename and click Save -- confirmed this is exactly what happens if the dialog is allowed to open for real.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LOCAL SAVING IS HANDLED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fix: replace the picker before the app ever calls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pages/save_mock.py swaps in a fake showSaveFilePicker via page.add_init_script() -- installed BEFORE page.goto(), so it's in place before the app's own scripts run.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EAF1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615184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48716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calls showSaveFilePicker()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807208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returns a fake file handle immediately -- no real OS window ever opens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602736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4747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writes to the handle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379476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getFile(), queryPermission(), createWritable() x2, write() x2, close() -- every method the real app calls must exist, or its own error handling silently kills the save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9826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EAF1FB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590288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590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4622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records the 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4782312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name, content } captured in-memory, readable back via save_mock.get_saved_files(page)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38581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D5E0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577840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08760" y="54498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asserts on it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08760" y="5769864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filenames: save_mock.set_filename() supplies one dynamically per run (--project-name / timestamped default)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LOCAL SAVING IS HANDLED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save-status text is real -- and confirmed live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against the live app: the status indicator (".project_saving_status") genuinely moves through three states. By default the middle one is nearly invisible.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EDEFF3"/>
          </a:solidFill>
          <a:ln w="19050">
            <a:solidFill>
              <a:srgbClr val="5C70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16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C70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Saving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273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/ never-saved. Confirmed: stays this way even after an edit -- only an actual save changes 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89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66344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BF1D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816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Saving...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0" y="3273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Transient. Confirmed live duration: ~12ms by default -- faster than a human, or a naive Playwright poll, can reliably catch.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65008" y="3108960"/>
            <a:ext cx="466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C7089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549640" y="26517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E6F8ED"/>
          </a:solidFill>
          <a:ln w="1905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49640" y="2816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732520" y="327355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Final. Confirmed: toolbar project name also updates to the entered filename at this point.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10607040" cy="1188720"/>
          </a:xfrm>
          <a:prstGeom prst="roundRect">
            <a:avLst>
              <a:gd name="adj" fmla="val 6154"/>
            </a:avLst>
          </a:prstGeom>
          <a:solidFill>
            <a:srgbClr val="132743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4348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"Saving..." observable: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save_mock.set_save_delay(page, ms) adds an artificial delay to the mock's completion step (default 0 -- every existing test's timing is unchanged). A dedicated test uses 800ms and a MutationObserver-based capture to prove "Saving..." is a real, catchable state, not just UI optimism.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automated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5740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0208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6243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&amp; Text (Python/C++)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205740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69080" y="20208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6243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fixtures, cancel, unsaved-changes prompt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205740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03720" y="20208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Recent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6243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list, reopen, 5-item eviction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187452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35440" y="205740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738360" y="202082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262432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categories, back, yellow notes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93192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3895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44988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save, status flip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8328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66160" y="393192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069080" y="3895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66160" y="44988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saves, name updates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0" y="393192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03720" y="3895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400800" y="44988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close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52560" y="374904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/>
          <a:effectLst>
            <a:outerShdw sx="100000" sy="100000" kx="0" ky="0" algn="bl" rotWithShape="0" blurRad="63500" dist="25400" dir="5400000">
              <a:srgbClr val="9FB0C8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35440" y="3931920"/>
            <a:ext cx="384048" cy="38404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1" name="Text 39"/>
          <p:cNvSpPr/>
          <p:nvPr/>
        </p:nvSpPr>
        <p:spPr>
          <a:xfrm>
            <a:off x="92354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9738360" y="389534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35440" y="449884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+ Acknowledgements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automated: Theme, Keyboard Shortcuts, Speech Settings, Hardware menu -- see closing slide.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VS. FAIL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test is a chain of timed assertions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every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expect(...)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test resolves true within its timeout (5-10s here).  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E152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 any one times out or a plain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7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false; pytest reports the exact expected-vs-actual value with a full traceback.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011680" cy="566928"/>
          </a:xfrm>
          <a:prstGeom prst="rect">
            <a:avLst/>
          </a:prstGeom>
          <a:solidFill>
            <a:srgbClr val="132743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51460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514600"/>
            <a:ext cx="3291840" cy="566928"/>
          </a:xfrm>
          <a:prstGeom prst="rect">
            <a:avLst/>
          </a:prstGeom>
          <a:solidFill>
            <a:srgbClr val="132743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33472" y="251460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514600"/>
            <a:ext cx="2880360" cy="566928"/>
          </a:xfrm>
          <a:prstGeom prst="rect">
            <a:avLst/>
          </a:prstGeom>
          <a:solidFill>
            <a:srgbClr val="132743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5312" y="2514600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when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32520" y="2514600"/>
            <a:ext cx="2880360" cy="566928"/>
          </a:xfrm>
          <a:prstGeom prst="rect">
            <a:avLst/>
          </a:prstGeom>
          <a:solidFill>
            <a:srgbClr val="132743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05672" y="2514600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when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201168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081528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status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3081528"/>
            <a:ext cx="329184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308152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expect(status).to_have_text("Saved")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52160" y="3081528"/>
            <a:ext cx="288036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25312" y="3081528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becomes exactly "Saved" within 10s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32520" y="3081528"/>
            <a:ext cx="288036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05672" y="3081528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"Not Saving"/"Saving...", or times out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648456"/>
            <a:ext cx="20116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648456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Policy link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3648456"/>
            <a:ext cx="32918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3648456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"vexrobotics.com" in new_page.url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3648456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25312" y="3648456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 opens to a vexrobotics.com URL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732520" y="3648456"/>
            <a:ext cx="2880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05672" y="3648456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tab opens, or a different domain loads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215384"/>
            <a:ext cx="201168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21538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panel scroll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0" y="4215384"/>
            <a:ext cx="329184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421538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scrollHeight &gt; clientHeight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852160" y="4215384"/>
            <a:ext cx="288036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4215384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.credits content genuinely overflows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732520" y="4215384"/>
            <a:ext cx="2880360" cy="566928"/>
          </a:xfrm>
          <a:prstGeom prst="rect">
            <a:avLst/>
          </a:prstGeom>
          <a:solidFill>
            <a:srgbClr val="EAF1FB"/>
          </a:solidFill>
          <a:ln w="9525">
            <a:solidFill>
              <a:srgbClr val="D5E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05672" y="4215384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fits the box -- nothing to scroll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manually eyeballed after the run -- pytest's own pass/fail count and traceback are the source of truth.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WATCHING, NOT JUST FOR 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see exactly what the suite is doing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7304F"/>
          </a:solidFill>
          <a:ln w="12700">
            <a:solidFill>
              <a:srgbClr val="2446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48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highlighting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871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File-menu click first draws a thick colored outline around the target element and pauses ~400ms -- so a human watching a headed run (or a recording) can see exactly which option got clicked.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7304F"/>
          </a:solidFill>
          <a:ln w="12700">
            <a:solidFill>
              <a:srgbClr val="2446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566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--slowmo (500ms default)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0448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pytest-playwright's own pacing flag, raised from Playwright's default of 0 so every action is followed on screen without extra flags.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7304F"/>
          </a:solidFill>
          <a:ln w="12700">
            <a:solidFill>
              <a:srgbClr val="2446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834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set_save_delay()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532180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per test: stretches the mock's save-completion step so "Saving..." is actually visible and assertable, instead of flashing by in ~12ms.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Latest full run against the live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659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38100" dir="5400000">
              <a:srgbClr val="9FB0C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9659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38100" dir="5400000">
              <a:srgbClr val="9FB0C8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0" y="196596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EAF1FB"/>
          </a:solidFill>
          <a:ln/>
          <a:effectLst>
            <a:outerShdw sx="100000" sy="100000" kx="0" ky="0" algn="bl" rotWithShape="0" blurRad="76200" dist="38100" dir="5400000">
              <a:srgbClr val="9FB0C8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2194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5C7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229600" y="32918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tests total  ·  16m 23s  ·  full suite, run 2026-08-24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Headed Chromium, against production (codev5.vex.com) -- not a staged or mocked UI.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deliberately out of scope, for 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01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/ CI mode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13055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live: headless Chromium is currently blocked by Cloudflare's bot check on codev5.vex.com. Headed mode (used throughout) passes that check; a CI path needs this addressed first.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5292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File-menu items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18211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Theme, Keyboard Shortcuts, Speech Settings, and Hardware submenus were surveyed but not yet automated.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02336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9044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Examples ↔ Open Recent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23367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 ("Open Examples does not add to Open Recent") stays skipped -- needs live selector confirmation before writing it for real instead of guessing.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507492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9560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reporting integration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5285232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F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XML / HTML report wiring and any TestPad push are explicitly out of scope for this round, per the existing test catalog.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2026-08-23T18:52:21Z</dcterms:created>
  <dcterms:modified xsi:type="dcterms:W3CDTF">2026-08-23T18:52:22Z</dcterms:modified>
</cp:coreProperties>
</file>